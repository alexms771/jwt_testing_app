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B3E"/>
              </a:gs>
              <a:gs pos="100000">
                <a:srgbClr val="2D6CD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FC0F5"/>
                </a:solidFill>
                <a:latin typeface="Segoe UI"/>
              </a:rPr>
              <a:t>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cf-token-manager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Segoe UI"/>
              </a:rPr>
              <a:t>A JWT Access &amp; Refresh Token Lifecycle Package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C9DAF8"/>
                </a:solidFill>
                <a:latin typeface="Segoe UI"/>
              </a:rPr>
              <a:t>for CFML / ColdBox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2286000" cy="457200"/>
          </a:xfrm>
          <a:prstGeom prst="roundRect">
            <a:avLst/>
          </a:prstGeom>
          <a:solidFill>
            <a:srgbClr val="1E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CommandBox + ColdBox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4297680"/>
            <a:ext cx="2011680" cy="457200"/>
          </a:xfrm>
          <a:prstGeom prst="roundRect">
            <a:avLst/>
          </a:prstGeom>
          <a:solidFill>
            <a:srgbClr val="1E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Adobe · Lucee · BoxLang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297680"/>
            <a:ext cx="1554480" cy="457200"/>
          </a:xfrm>
          <a:prstGeom prst="roundRect">
            <a:avLst/>
          </a:prstGeom>
          <a:solidFill>
            <a:srgbClr val="1E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Version 1.0.0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297680"/>
            <a:ext cx="1554480" cy="457200"/>
          </a:xfrm>
          <a:prstGeom prst="roundRect">
            <a:avLst/>
          </a:prstGeom>
          <a:solidFill>
            <a:srgbClr val="1E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MIT · ForgeBox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ColdFusion Team  ·  MitrahSoft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C9DAF8"/>
                </a:solidFill>
                <a:latin typeface="Segoe UI"/>
              </a:rPr>
              <a:t>Validated against a live ColdBox host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The Problem &amp; Our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82296" cy="1965960"/>
          </a:xfrm>
          <a:prstGeom prst="rect">
            <a:avLst/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48920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The gap we found on ForgeBox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Many JWT packages exist — but they stop at low-level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7408B"/>
                </a:solidFill>
                <a:latin typeface="Segoe UI"/>
              </a:rPr>
              <a:t>encode / decode / verify primitives.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None package the access + refresh token concept as 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7408B"/>
                </a:solidFill>
                <a:latin typeface="Segoe UI"/>
              </a:rPr>
              <a:t>first-class, developer-ready API.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5B6677"/>
                </a:solidFill>
                <a:latin typeface="Segoe UI"/>
              </a:rPr>
              <a:t>Every app re-implements silent refresh &amp; logout by hand.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3736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82296" cy="196596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01952"/>
            <a:ext cx="48920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Our idea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Reuse a proven low-level JWT engine for the crypto.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Build a lifecycle layer on top: access + refresh,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verify, decode &amp; refresh — standardised &amp; opinionated.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Sign via Java libs → runs on every CF engine.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98754"/>
                </a:solidFill>
                <a:latin typeface="Segoe UI"/>
              </a:rPr>
              <a:t>Ship v1 now; role-based auth in v2.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10881360" cy="16002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77639"/>
            <a:ext cx="109728" cy="1600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THE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Segoe UI"/>
              </a:rPr>
              <a:t>Team lead assigned a POC: build a reusable JWT package via CommandBox/ColdBox and contribute it to ForgeBox. We analysed the existing packages, found the access/refresh gap, and designed cf-token-manager to fill it with a clean, standard API for developers.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Two-Layer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82296" cy="1325880"/>
          </a:xfrm>
          <a:prstGeom prst="rect">
            <a:avLst/>
          </a:prstGeom>
          <a:solidFill>
            <a:srgbClr val="5B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502920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Host ColdBox Application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B6677"/>
                </a:solidFill>
                <a:latin typeface="Segoe UI"/>
              </a:rPr>
              <a:t>inject="TokenManager@cf-token-manager"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The app only ever talks to the public API.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82296" cy="14630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10712"/>
            <a:ext cx="5029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TokenManager.cfc  —  public lifecycle API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408B"/>
                </a:solidFill>
                <a:latin typeface="Segoe UI"/>
              </a:rPr>
              <a:t>issue() · verify() · decode() · refresh()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408B"/>
                </a:solidFill>
                <a:latin typeface="Segoe UI"/>
              </a:rPr>
              <a:t>validate() · diagnose()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Owns policy: TTLs, access vs refresh, iat/exp/iss.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463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846320"/>
            <a:ext cx="82296" cy="13716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010912"/>
            <a:ext cx="5029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JWTService.cfc  —  internal engine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408B"/>
                </a:solidFill>
                <a:latin typeface="Segoe UI"/>
              </a:rPr>
              <a:t>encode() · decode() · verifySignature()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Java HMAC · base64url · constant-time compare.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B6677"/>
                </a:solidFill>
                <a:latin typeface="Segoe UI"/>
              </a:rPr>
              <a:t>Not injected by host apps.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08960" y="3063240"/>
            <a:ext cx="502920" cy="201168"/>
          </a:xfrm>
          <a:prstGeom prst="downArrow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3108960" y="4663440"/>
            <a:ext cx="502920" cy="201168"/>
          </a:xfrm>
          <a:prstGeom prst="downArrow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82296" cy="443484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947672"/>
            <a:ext cx="470916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Why two layers?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6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1A2233"/>
                </a:solidFill>
                <a:latin typeface="Segoe UI"/>
              </a:rPr>
              <a:t>•  Engine can be upgraded without touching app code.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6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1A2233"/>
                </a:solidFill>
                <a:latin typeface="Segoe UI"/>
              </a:rPr>
              <a:t>•  The lifecycle layer encodes all the “correct”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1A2233"/>
                </a:solidFill>
                <a:latin typeface="Segoe UI"/>
              </a:rPr>
              <a:t>   behaviour so developers don't repeat it.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6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1A2233"/>
                </a:solidFill>
                <a:latin typeface="Segoe UI"/>
              </a:rPr>
              <a:t>•  Reserved claims (type, iat, exp, iss) are owned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1A2233"/>
                </a:solidFill>
                <a:latin typeface="Segoe UI"/>
              </a:rPr>
              <a:t>   by the package — callers can't forge type/expiry.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6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1A2233"/>
                </a:solidFill>
                <a:latin typeface="Segoe UI"/>
              </a:rPr>
              <a:t>•  Signature is verified before any claim is trusted.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6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7408B"/>
                </a:solidFill>
                <a:latin typeface="Segoe UI"/>
              </a:rPr>
              <a:t>•  Java crypto → identical on Adobe CF, Lucee, BoxLang.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THE 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Public API — 4 Core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82296" cy="16916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1488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Segoe UI"/>
              </a:rPr>
              <a:t>issue()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Mint an access + refresh token pair for a subject.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737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82296" cy="169164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01952"/>
            <a:ext cx="21488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98754"/>
                </a:solidFill>
                <a:latin typeface="Segoe UI"/>
              </a:rPr>
              <a:t>verify()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Boolean: authentic + unexpired + correct type. Never throws.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82296" cy="1691640"/>
          </a:xfrm>
          <a:prstGeom prst="rect">
            <a:avLst/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901952"/>
            <a:ext cx="21488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07A3B"/>
                </a:solidFill>
                <a:latin typeface="Segoe UI"/>
              </a:rPr>
              <a:t>decode()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Read the claims struct (no signature check).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737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737360"/>
            <a:ext cx="82296" cy="169164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1901952"/>
            <a:ext cx="21488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refresh()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Swap a valid refresh token for a new access token.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766560" cy="2331720"/>
          </a:xfrm>
          <a:prstGeom prst="rect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67328"/>
            <a:ext cx="6492240" cy="211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// inject anywhere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property name="tokenManager" inject="TokenManager@cf-token-manager";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// login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var tokens = tokenManager.issue({ id:101, role:"admin" });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//  { accessToken:"eyJ..",  refreshToken:"eyJ.." }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// protected route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if ( tokenManager.verify( tokens.accessToken ) ) { ... }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// access token expired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var fresh = tokenManager.refresh( tokens.refreshToken 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657600"/>
            <a:ext cx="3886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23317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2" y="3822192"/>
            <a:ext cx="3429000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Smart defaults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id → becomes the JWT sub claim.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Other keys (role, email) carried verbatim.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Claim names lower-cased for cross-engine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consistency.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408B"/>
                </a:solidFill>
                <a:latin typeface="Segoe UI"/>
              </a:rPr>
              <a:t>Missing id/sub → InvalidSubject thrown.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PRECISE ERROR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Diagnostics — validate() &amp; diagnose()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Segoe UI"/>
              </a:rPr>
              <a:t>verify() gives a boolean. When you need to tell the client WHY a token failed, diagnose() returns a code (non-throwing) and validate() throws a typed exception.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31720"/>
          <a:ext cx="1088135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526"/>
                <a:gridCol w="3917289"/>
                <a:gridCol w="435254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diagnose() code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Thrown exception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Authentic, unexpired, correct type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MISSING_TOKEN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cftokenmanager.MissingToken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Empty / no token supplied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MALFORMED_TOKEN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cftokenmanager.MalformedToken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Not a 3-segment JWT / unparseable body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INVALID_SIGNATURE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cftokenmanager.InvalidSignature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Tampered or wrong secret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TOKEN_EXPIRED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cftokenmanager.ExpiredToken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exp claim is in the past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INVALID_TOKEN_TYPE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cftokenmanager.InvalidTokenType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233"/>
                          </a:solidFill>
                          <a:latin typeface="Segoe UI"/>
                        </a:rPr>
                        <a:t>Refresh token used on an access endpoint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POLICY &amp;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Configuration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566927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93"/>
                <a:gridCol w="1735493"/>
                <a:gridCol w="20825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Setting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Default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secret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override in prod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HMAC signing key (from .env)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algorithm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HS512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HS256 | HS384 | HS512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accessTokenExpiry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900 (15 min)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Short-lived access token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refreshTokenExpiry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2592000 (30 d)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Long-lived refresh token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issuer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cf-token-manager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233"/>
                          </a:solidFill>
                          <a:latin typeface="Segoe UI"/>
                        </a:rPr>
                        <a:t>Stamped as the iss claim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37960" y="1828800"/>
            <a:ext cx="4983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828800"/>
            <a:ext cx="82296" cy="420624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993392"/>
            <a:ext cx="452628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Security design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•  Java javax.crypto HMAC — portable &amp; proven.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5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•  Constant-time signature compare (anti-timing).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5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•  base64url per JWT spec (URL-safe, no pad).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5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•  Reserved claims stripped from caller input.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5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•  Signature verified BEFORE claims are read.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5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2233"/>
                </a:solidFill>
                <a:latin typeface="Segoe UI"/>
              </a:rPr>
              <a:t>•  Epoch cast to Java long → clean NumericDate.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How the POC Was 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82296" cy="2286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489204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1 · Engineering self-test  →  /demo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TokenDemo.cfc renders a self-test matrix on every load.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Runs expected-vs-actual for every function across all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success AND failure dimensions: tampered, wrong secret,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expired, malformed, missing, wrong type.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408B"/>
                </a:solidFill>
                <a:latin typeface="Segoe UI"/>
              </a:rPr>
              <a:t>Interactive issue / refresh / inspect console.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830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82296" cy="228600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47672"/>
            <a:ext cx="489204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2 · Real auth flow  →  login/dashboard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Security.cfc uses the package exactly like production: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Login → issue() mints the first pair.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Dashboard → decode() drives live countdowns.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Access expires → refresh() silently renews.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408B"/>
                </a:solidFill>
                <a:latin typeface="Segoe UI"/>
              </a:rPr>
              <a:t>Refresh expires → auto logout.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0881360" cy="1691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343400"/>
            <a:ext cx="109728" cy="1691640"/>
          </a:xfrm>
          <a:prstGeom prst="rect">
            <a:avLst/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6020"/>
                </a:solidFill>
                <a:latin typeface="Segoe UI"/>
              </a:rPr>
              <a:t>DEMO TTLs (so the whole lifecycle is visible in ~2 minutes)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937760"/>
            <a:ext cx="6035040" cy="960120"/>
          </a:xfrm>
          <a:prstGeom prst="rect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47488"/>
            <a:ext cx="5760720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"cf-token-manager" : {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    accessTokenExpiry  : 30,   // 30 seconds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    refreshTokenExpiry : 120   // 2 minutes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502920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D1B3E"/>
                </a:solidFill>
                <a:latin typeface="Segoe UI"/>
              </a:rPr>
              <a:t>Production values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900 / 2,592,000 seconds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677"/>
                </a:solidFill>
                <a:latin typeface="Segoe UI"/>
              </a:rPr>
              <a:t>(15 min access · 30 day refresh)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Test Results — All Checks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832103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790"/>
                <a:gridCol w="1578128"/>
                <a:gridCol w="2582391"/>
                <a:gridCol w="114772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Expected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91440" marR="54864" marT="27432" marB="27432" anchor="ctr"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Mint valid pair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issue()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two 3-seg JWTs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Reject subject w/o id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issue()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InvalidSubject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Read claims unverified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decode()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claims returned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Valid access token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verify()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Tampered / wrong secret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diagnose()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INVALID_SIGNATURE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Expired token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diagnose()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TOKEN_EXPIRED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Malformed / missing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diagnose()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MALFORMED / MISSING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Wrong type (access as refresh)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diagnose()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INVALID_TOKEN_TYPE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Valid refresh → new access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refresh()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new token VALID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Access used as refresh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refresh()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InvalidTokenType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2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91440" marR="54864" marT="27432" marB="27432" anchor="ctr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235440" y="2377440"/>
            <a:ext cx="2286000" cy="2194560"/>
          </a:xfrm>
          <a:prstGeom prst="round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12 / 12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checks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47091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7"/>
                </a:solidFill>
                <a:latin typeface="Segoe UI"/>
              </a:rPr>
              <a:t>Matrix re-runs live 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7"/>
                </a:solidFill>
                <a:latin typeface="Segoe UI"/>
              </a:rPr>
              <a:t>every page load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7"/>
                </a:solidFill>
                <a:latin typeface="Segoe UI"/>
              </a:rPr>
              <a:t>regressions show instantly.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6CDF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D1B3E"/>
                </a:solidFill>
                <a:latin typeface="Segoe U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402336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29718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v1.0.0  —  this POC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98754"/>
                </a:solidFill>
                <a:latin typeface="Segoe UI"/>
              </a:rPr>
              <a:t>Access + refresh lifecycle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issue / verify / decode / refresh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validate / diagnose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Configurable policy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HS256 / 384 / 512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Adobe · Lucee · BoxLang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98754"/>
                </a:solidFill>
                <a:latin typeface="Segoe UI"/>
              </a:rPr>
              <a:t>STATUS: validated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82296" cy="40233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93392"/>
            <a:ext cx="29718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v2  —  planned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2D6CDF"/>
                </a:solidFill>
                <a:latin typeface="Segoe UI"/>
              </a:rPr>
              <a:t>Role-based authentication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Roles: user, admin,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subscribed users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Guard routes / actions by role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More standards &amp; helpers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2D6CDF"/>
                </a:solidFill>
                <a:latin typeface="Segoe UI"/>
              </a:rPr>
              <a:t>STATUS: next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82296" cy="40233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93392"/>
            <a:ext cx="30175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D1B3E"/>
                </a:solidFill>
                <a:latin typeface="Segoe UI"/>
              </a:rPr>
              <a:t>Future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Token revocation / blocklist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Refresh-token rotation store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Asymmetric algorithms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(RS / ES families)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1A2233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0D1B3E"/>
                </a:solidFill>
                <a:latin typeface="Segoe UI"/>
              </a:rPr>
              <a:t>ForgeBox public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7"/>
                </a:solidFill>
                <a:latin typeface="Segoe UI"/>
              </a:rPr>
              <a:t>cf-token-manager  ·  Proof of Concept  ·  v1.0.0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677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B3E"/>
              </a:gs>
              <a:gs pos="100000">
                <a:srgbClr val="2D6CD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FC0F5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A real gap, cleanly closed.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7EFFB"/>
                </a:solidFill>
                <a:latin typeface="Segoe UI"/>
              </a:rPr>
              <a:t>cf-token-manager delivers a standardised access &amp; refresh token lifecycle for CFML/ColdBox — built on a proven JWT engine, portable across every CF engine via Java crypto, and validated end-to-end.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solidFill>
            <a:srgbClr val="122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28016" cy="137160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3159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FD9AE"/>
                </a:solidFill>
                <a:latin typeface="Segoe U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68172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Polish and publish Version 1 to ForgeBox, then begin Version 2 (role-based authentication).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DAF8"/>
                </a:solidFill>
                <a:latin typeface="Segoe UI"/>
              </a:rPr>
              <a:t>Tested with the TestingApp ColdBox application  ·  Adobe ColdFusion 2025 via CommandBox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